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72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3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14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D764-89BA-FBB9-1865-E7EA74DF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BF6D5-2F87-9F14-8726-D99FAB54E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D5A7C-B17E-E8FE-0CA3-91E7463E5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08C7-089A-41D6-E35A-CD445EDB8F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564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F4D38">
              <a:alpha val="30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FFDD7A">
              <a:alpha val="12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-914400" y="3840480"/>
            <a:ext cx="10972800" cy="2286000"/>
          </a:xfrm>
          <a:prstGeom prst="ellipse">
            <a:avLst/>
          </a:prstGeom>
          <a:solidFill>
            <a:srgbClr val="2E6B4E">
              <a:alpha val="45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7315200" cy="1828800"/>
          </a:xfrm>
          <a:prstGeom prst="ellipse">
            <a:avLst/>
          </a:prstGeom>
          <a:solidFill>
            <a:srgbClr val="7AC4A0">
              <a:alpha val="25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005840" y="1097280"/>
            <a:ext cx="365760" cy="0"/>
          </a:xfrm>
          <a:prstGeom prst="line">
            <a:avLst/>
          </a:prstGeom>
          <a:noFill/>
          <a:ln w="19050">
            <a:solidFill>
              <a:srgbClr val="FFD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005840" y="1097280"/>
            <a:ext cx="0" cy="0"/>
          </a:xfrm>
          <a:prstGeom prst="line">
            <a:avLst/>
          </a:prstGeom>
          <a:noFill/>
          <a:ln w="19050">
            <a:solidFill>
              <a:srgbClr val="FFD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1005840" y="1097280"/>
            <a:ext cx="731520" cy="0"/>
          </a:xfrm>
          <a:prstGeom prst="line">
            <a:avLst/>
          </a:prstGeom>
          <a:noFill/>
          <a:ln w="19050">
            <a:solidFill>
              <a:srgbClr val="FFD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005840" y="1097280"/>
            <a:ext cx="0" cy="91440"/>
          </a:xfrm>
          <a:prstGeom prst="line">
            <a:avLst/>
          </a:prstGeom>
          <a:noFill/>
          <a:ln w="19050">
            <a:solidFill>
              <a:srgbClr val="FFD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005840" y="1097280"/>
            <a:ext cx="731520" cy="182880"/>
          </a:xfrm>
          <a:prstGeom prst="line">
            <a:avLst/>
          </a:prstGeom>
          <a:noFill/>
          <a:ln w="19050">
            <a:solidFill>
              <a:srgbClr val="FFDD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685800" y="822960"/>
            <a:ext cx="640080" cy="640080"/>
          </a:xfrm>
          <a:prstGeom prst="ellipse">
            <a:avLst/>
          </a:prstGeom>
          <a:solidFill>
            <a:srgbClr val="FFDD7A"/>
          </a:solidFill>
          <a:ln w="12700">
            <a:solidFill>
              <a:srgbClr val="1A2E22"/>
            </a:solidFill>
            <a:prstDash val="solid"/>
          </a:ln>
          <a:effectLst>
            <a:outerShdw blurRad="254000" dist="50800" dir="16200000" algn="bl" rotWithShape="0">
              <a:srgbClr val="FFDD7A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77240" y="914400"/>
            <a:ext cx="457200" cy="457200"/>
          </a:xfrm>
          <a:prstGeom prst="ellipse">
            <a:avLst/>
          </a:prstGeom>
          <a:solidFill>
            <a:srgbClr val="E0B840"/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3716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kern="0" spc="300" dirty="0">
                <a:solidFill>
                  <a:srgbClr val="F0EE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</a:t>
            </a:r>
            <a:r>
              <a:rPr lang="en-US" sz="6800" b="1" kern="0" spc="300" dirty="0">
                <a:solidFill>
                  <a:srgbClr val="7AC4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FREUDE</a:t>
            </a:r>
            <a:endParaRPr lang="en-US" sz="6800" dirty="0"/>
          </a:p>
        </p:txBody>
      </p:sp>
      <p:sp>
        <p:nvSpPr>
          <p:cNvPr id="14" name="Text 12"/>
          <p:cNvSpPr/>
          <p:nvPr/>
        </p:nvSpPr>
        <p:spPr>
          <a:xfrm>
            <a:off x="137160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i="1" kern="0" spc="500" dirty="0">
                <a:solidFill>
                  <a:srgbClr val="A8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Gestalte deine Zukunft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834640"/>
            <a:ext cx="4754880" cy="502920"/>
          </a:xfrm>
          <a:prstGeom prst="rect">
            <a:avLst/>
          </a:prstGeom>
          <a:solidFill>
            <a:srgbClr val="3D8B66">
              <a:alpha val="70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Konzept der Zukunftigen Highlights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März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" cy="411480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Tristesse des Alltags &amp; fehlende Vorfreude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" cy="411480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Konzept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Zukünftige Highlights als Wohlbefindens-Anker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11480" cy="411480"/>
          </a:xfrm>
          <a:prstGeom prst="ellipse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6576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0604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Kategorien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944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Lebensbereiche – ganzheitlich gestaltet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411480" cy="411480"/>
          </a:xfrm>
          <a:prstGeom prst="ellipse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33756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Karma-Index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675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Messbarer Indikator für Zukunftsgestaltung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411480" cy="411480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App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407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Design, Roadmap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1280160"/>
            <a:ext cx="292608" cy="292608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8046720" y="1737360"/>
            <a:ext cx="292608" cy="292608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8046720" y="2194560"/>
            <a:ext cx="292608" cy="292608"/>
          </a:xfrm>
          <a:prstGeom prst="ellipse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8046720" y="2651760"/>
            <a:ext cx="292608" cy="292608"/>
          </a:xfrm>
          <a:prstGeom prst="ellipse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8046720" y="3108960"/>
            <a:ext cx="292608" cy="292608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046720" y="3566160"/>
            <a:ext cx="292608" cy="292608"/>
          </a:xfrm>
          <a:prstGeom prst="ellipse">
            <a:avLst/>
          </a:prstGeom>
          <a:solidFill>
            <a:srgbClr val="C8607A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8046720" y="4023360"/>
            <a:ext cx="292608" cy="292608"/>
          </a:xfrm>
          <a:prstGeom prst="ellipse">
            <a:avLst/>
          </a:prstGeom>
          <a:solidFill>
            <a:srgbClr val="7AC4A0"/>
          </a:solidFill>
          <a:ln w="12700">
            <a:solidFill>
              <a:srgbClr val="7AC4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Problem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029200" cy="1097280"/>
          </a:xfrm>
          <a:prstGeom prst="rect">
            <a:avLst/>
          </a:prstGeom>
          <a:solidFill>
            <a:srgbClr val="D6EDE2"/>
          </a:solidFill>
          <a:ln w="12700">
            <a:solidFill>
              <a:srgbClr val="A8D8B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3D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</a:t>
            </a:r>
            <a:r>
              <a:rPr lang="en-US" sz="1500" i="1" dirty="0">
                <a:solidFill>
                  <a:srgbClr val="2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nichts zu erwarten hat,</a:t>
            </a:r>
            <a:endParaRPr lang="en-US" sz="4800" dirty="0"/>
          </a:p>
          <a:p>
            <a:pPr marL="0" indent="0">
              <a:buNone/>
            </a:pPr>
            <a:r>
              <a:rPr lang="en-US" sz="1500" i="1" dirty="0">
                <a:solidFill>
                  <a:srgbClr val="2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lebt nur in der Vergangenheit.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852160" y="137160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73152" cy="1188720"/>
          </a:xfrm>
          <a:prstGeom prst="rect">
            <a:avLst/>
          </a:prstGeom>
          <a:solidFill>
            <a:srgbClr val="3D8B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016752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16752" y="2029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Deutschen fühlen sich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Alltag oft freudlos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4320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73152" cy="1188720"/>
          </a:xfrm>
          <a:prstGeom prst="rect">
            <a:avLst/>
          </a:prstGeom>
          <a:solidFill>
            <a:srgbClr val="E088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16752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16752" y="3401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Wohlbefinden durch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 Vorfreude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201168" cy="201168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85800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bewusst geplanten positiven Ereignisse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63824"/>
            <a:ext cx="201168" cy="201168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85800" y="30998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Reaktive statt proaktive Lebensgestaltung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201168" cy="201168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85800" y="3593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Kurzfristige Reize verdrängen nachhaltige Freude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151376"/>
            <a:ext cx="201168" cy="201168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85800" y="40873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Indikator für Qualität der Zukunftsgestaltung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Konzept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geplante positive Ereignisse in der Zukunft → kontinuierliche Quelle der Vorfreude im Alltag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651760" cy="73152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188720" y="2148840"/>
            <a:ext cx="1005840" cy="1005840"/>
          </a:xfrm>
          <a:prstGeom prst="ellipse">
            <a:avLst/>
          </a:prstGeom>
          <a:solidFill>
            <a:srgbClr val="D6EDE2"/>
          </a:solidFill>
          <a:ln w="1905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47472" cy="347472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Ereignisse planen, die den eigenen Vorlieben entsprechen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0116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200400" y="2011680"/>
            <a:ext cx="2651760" cy="73152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023360" y="2148840"/>
            <a:ext cx="1005840" cy="1005840"/>
          </a:xfrm>
          <a:prstGeom prst="ellipse">
            <a:avLst/>
          </a:prstGeom>
          <a:solidFill>
            <a:srgbClr val="FFECD6"/>
          </a:solidFill>
          <a:ln w="1905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02336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3291840" y="2103120"/>
            <a:ext cx="347472" cy="347472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29184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Antizipieren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3756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visualisiert Highlights - Vorfreude wird aktiv kultiviert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0116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035040" y="2011680"/>
            <a:ext cx="2651760" cy="73152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6858000" y="2148840"/>
            <a:ext cx="1005840" cy="1005840"/>
          </a:xfrm>
          <a:prstGeom prst="ellipse">
            <a:avLst/>
          </a:prstGeom>
          <a:solidFill>
            <a:srgbClr val="E2E0F3"/>
          </a:solidFill>
          <a:ln w="1905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85800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06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6126480" y="2103120"/>
            <a:ext cx="347472" cy="347472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612648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Reflektieren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Erlebtes markieren, Karma-Index aktualisieren, neue Highlights planen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99232" y="3337560"/>
            <a:ext cx="201168" cy="0"/>
          </a:xfrm>
          <a:prstGeom prst="line">
            <a:avLst/>
          </a:prstGeom>
          <a:noFill/>
          <a:ln w="19050">
            <a:solidFill>
              <a:srgbClr val="E0DDD6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5833872" y="3337560"/>
            <a:ext cx="201168" cy="0"/>
          </a:xfrm>
          <a:prstGeom prst="line">
            <a:avLst/>
          </a:prstGeom>
          <a:noFill/>
          <a:ln w="19050">
            <a:solidFill>
              <a:srgbClr val="E0DDD6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Sieben Lebensbereiche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8B6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011680" cy="73152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097280" y="1600200"/>
            <a:ext cx="548640" cy="548640"/>
          </a:xfrm>
          <a:prstGeom prst="ellipse">
            <a:avLst/>
          </a:prstGeom>
          <a:solidFill>
            <a:srgbClr val="D6EDE2"/>
          </a:solidFill>
          <a:ln w="1905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8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Gesundheit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D8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Vitalitat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32888" y="141732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607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532888" y="1417320"/>
            <a:ext cx="2011680" cy="73152"/>
          </a:xfrm>
          <a:prstGeom prst="rect">
            <a:avLst/>
          </a:prstGeom>
          <a:solidFill>
            <a:srgbClr val="C8607A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64408" y="1600200"/>
            <a:ext cx="548640" cy="548640"/>
          </a:xfrm>
          <a:prstGeom prst="ellipse">
            <a:avLst/>
          </a:prstGeom>
          <a:solidFill>
            <a:srgbClr val="F9E0E6"/>
          </a:solidFill>
          <a:ln w="1905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6440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6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24328" y="2221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Beziehungen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Soziales Netz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0016" y="141732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080B8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00016" y="1417320"/>
            <a:ext cx="2011680" cy="73152"/>
          </a:xfrm>
          <a:prstGeom prst="rect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431536" y="1600200"/>
            <a:ext cx="548640" cy="548640"/>
          </a:xfrm>
          <a:prstGeom prst="ellipse">
            <a:avLst/>
          </a:prstGeom>
          <a:solidFill>
            <a:srgbClr val="D6E8F5"/>
          </a:solidFill>
          <a:ln w="1905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43153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08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91456" y="2221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0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Berufliche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0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Kompetenz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67144" y="141732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B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867144" y="1417320"/>
            <a:ext cx="2011680" cy="73152"/>
          </a:xfrm>
          <a:prstGeom prst="rect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7598664" y="1600200"/>
            <a:ext cx="548640" cy="548640"/>
          </a:xfrm>
          <a:prstGeom prst="ellipse">
            <a:avLst/>
          </a:prstGeom>
          <a:solidFill>
            <a:srgbClr val="FFF5D6"/>
          </a:solidFill>
          <a:ln w="1905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59866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B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58584" y="22219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Finanzen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0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Vermogen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449324" y="31546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68B8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1449324" y="3154680"/>
            <a:ext cx="2011680" cy="73152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2180844" y="3337560"/>
            <a:ext cx="548640" cy="548640"/>
          </a:xfrm>
          <a:prstGeom prst="ellipse">
            <a:avLst/>
          </a:prstGeom>
          <a:solidFill>
            <a:srgbClr val="E2E0F3"/>
          </a:solidFill>
          <a:ln w="1905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2180844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6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40764" y="3959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0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Personlichkeit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0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16452" y="31546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8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3616452" y="3154680"/>
            <a:ext cx="2011680" cy="73152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4347972" y="3337560"/>
            <a:ext cx="548640" cy="548640"/>
          </a:xfrm>
          <a:prstGeom prst="ellipse">
            <a:avLst/>
          </a:prstGeom>
          <a:solidFill>
            <a:srgbClr val="FFECD6"/>
          </a:solidFill>
          <a:ln w="1905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4347972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707892" y="3959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8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08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Beitrag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83580" y="3154680"/>
            <a:ext cx="20116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AC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5783580" y="3154680"/>
            <a:ext cx="2011680" cy="73152"/>
          </a:xfrm>
          <a:prstGeom prst="rect">
            <a:avLst/>
          </a:prstGeom>
          <a:solidFill>
            <a:srgbClr val="7AC4A0"/>
          </a:solidFill>
          <a:ln w="12700">
            <a:solidFill>
              <a:srgbClr val="7AC4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6515100" y="3337560"/>
            <a:ext cx="548640" cy="548640"/>
          </a:xfrm>
          <a:prstGeom prst="ellipse">
            <a:avLst/>
          </a:prstGeom>
          <a:solidFill>
            <a:srgbClr val="D6EDE2"/>
          </a:solidFill>
          <a:ln w="19050">
            <a:solidFill>
              <a:srgbClr val="7AC4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65151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C4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875020" y="39593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Erholung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7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Kreativitat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Karma-Index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286000" cy="2286000"/>
          </a:xfrm>
          <a:prstGeom prst="ellipse">
            <a:avLst/>
          </a:prstGeom>
          <a:solidFill>
            <a:srgbClr val="F0F7F4"/>
          </a:solidFill>
          <a:ln w="25400">
            <a:solidFill>
              <a:srgbClr val="7AC4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3D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gut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Berechnung: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Geplante Highlights (90 Tage)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2084832"/>
            <a:ext cx="5029200" cy="201168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017520" y="2084832"/>
            <a:ext cx="4123944" cy="201168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138160" y="2057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D8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496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Zeitliche Verteilung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2798064"/>
            <a:ext cx="5029200" cy="201168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017520" y="2798064"/>
            <a:ext cx="3721608" cy="201168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138160" y="27706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8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2095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Kategorien-Ausgewogenheit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3511296"/>
            <a:ext cx="5029200" cy="201168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017520" y="3511296"/>
            <a:ext cx="3419856" cy="201168"/>
          </a:xfrm>
          <a:prstGeom prst="rect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8138160" y="3483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0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9227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Umsetzungsquote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4224528"/>
            <a:ext cx="5029200" cy="201168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017520" y="4224528"/>
            <a:ext cx="4576572" cy="201168"/>
          </a:xfrm>
          <a:prstGeom prst="rect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8138160" y="41970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Karma-Skala: 0 – 24 Kritisch  ·  25 – 44 Ausbaufähig  ·  45 – 64 Gut  ·  65 – 84 Sehr gut  ·  85 – 100 Excellent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Zukünftige Highlights auf der Timeline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229600" cy="0"/>
          </a:xfrm>
          <a:prstGeom prst="line">
            <a:avLst/>
          </a:prstGeom>
          <a:noFill/>
          <a:ln w="254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274320" cy="274320"/>
          </a:xfrm>
          <a:prstGeom prst="ellipse">
            <a:avLst/>
          </a:prstGeom>
          <a:solidFill>
            <a:srgbClr val="787268"/>
          </a:solidFill>
          <a:ln w="12700">
            <a:solidFill>
              <a:srgbClr val="78726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08760" y="2606040"/>
            <a:ext cx="274320" cy="274320"/>
          </a:xfrm>
          <a:prstGeom prst="ellipse">
            <a:avLst/>
          </a:prstGeom>
          <a:solidFill>
            <a:srgbClr val="C8607A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645920" y="1234440"/>
            <a:ext cx="0" cy="1371600"/>
          </a:xfrm>
          <a:prstGeom prst="line">
            <a:avLst/>
          </a:prstGeom>
          <a:noFill/>
          <a:ln w="12700">
            <a:solidFill>
              <a:srgbClr val="C8607A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005840" y="105156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607A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005840" y="1051560"/>
            <a:ext cx="1280160" cy="54864"/>
          </a:xfrm>
          <a:prstGeom prst="rect">
            <a:avLst/>
          </a:prstGeom>
          <a:solidFill>
            <a:srgbClr val="C8607A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51560" y="1115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156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8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88920" y="2606040"/>
            <a:ext cx="274320" cy="274320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2926080" y="2880360"/>
            <a:ext cx="0" cy="914400"/>
          </a:xfrm>
          <a:prstGeom prst="line">
            <a:avLst/>
          </a:prstGeom>
          <a:noFill/>
          <a:ln w="12700">
            <a:solidFill>
              <a:srgbClr val="3D8B66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2286000" y="379476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8B6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2286000" y="3794760"/>
            <a:ext cx="1280160" cy="54864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331720" y="38587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Allgäu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4279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D8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'26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77640" y="2606040"/>
            <a:ext cx="274320" cy="274320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114800" y="1234440"/>
            <a:ext cx="0" cy="1371600"/>
          </a:xfrm>
          <a:prstGeom prst="line">
            <a:avLst/>
          </a:prstGeom>
          <a:noFill/>
          <a:ln w="12700">
            <a:solidFill>
              <a:srgbClr val="7068B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474720" y="105156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68B8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474720" y="1051560"/>
            <a:ext cx="1280160" cy="54864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520440" y="1115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044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06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0680" y="2606040"/>
            <a:ext cx="274320" cy="274320"/>
          </a:xfrm>
          <a:prstGeom prst="ellipse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577840" y="2880360"/>
            <a:ext cx="0" cy="914400"/>
          </a:xfrm>
          <a:prstGeom prst="line">
            <a:avLst/>
          </a:prstGeom>
          <a:noFill/>
          <a:ln w="12700">
            <a:solidFill>
              <a:srgbClr val="4080B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937760" y="379476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080B8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4937760" y="3794760"/>
            <a:ext cx="1280160" cy="54864"/>
          </a:xfrm>
          <a:prstGeom prst="rect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983480" y="38587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Urlaub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Sardinien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42793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08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95160" y="2606040"/>
            <a:ext cx="274320" cy="274320"/>
          </a:xfrm>
          <a:prstGeom prst="ellipse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7132320" y="1234440"/>
            <a:ext cx="0" cy="1371600"/>
          </a:xfrm>
          <a:prstGeom prst="line">
            <a:avLst/>
          </a:prstGeom>
          <a:noFill/>
          <a:ln w="12700">
            <a:solidFill>
              <a:srgbClr val="E0B840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492240" y="1051560"/>
            <a:ext cx="12801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B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6492240" y="1051560"/>
            <a:ext cx="1280160" cy="54864"/>
          </a:xfrm>
          <a:prstGeom prst="rect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537960" y="11155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15361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E0B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'26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371600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1188720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31136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2048256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090672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2907792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950208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3767328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09744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626864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669280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5486400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528816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6345936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388352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7205472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247888" y="2651760"/>
            <a:ext cx="0" cy="18288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8065008" y="2880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App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73152" cy="1463040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30352" y="1508760"/>
            <a:ext cx="777240" cy="777240"/>
          </a:xfrm>
          <a:prstGeom prst="ellipse">
            <a:avLst/>
          </a:prstGeom>
          <a:solidFill>
            <a:srgbClr val="D6EDE2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30352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8B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nach Kategorie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73152" cy="1463040"/>
          </a:xfrm>
          <a:prstGeom prst="rect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364992" y="1508760"/>
            <a:ext cx="777240" cy="777240"/>
          </a:xfrm>
          <a:prstGeom prst="ellipse">
            <a:avLst/>
          </a:prstGeom>
          <a:solidFill>
            <a:srgbClr val="FFF5D6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364992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B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Karma-Dashboard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1874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Detailanalyse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Bereich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73152" cy="1463040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199632" y="1508760"/>
            <a:ext cx="777240" cy="777240"/>
          </a:xfrm>
          <a:prstGeom prst="ellipse">
            <a:avLst/>
          </a:prstGeom>
          <a:solidFill>
            <a:srgbClr val="FFECD6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199632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Erinnerungen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1874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Adaptives System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 Vorfreude-Momente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0632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65760" y="3063240"/>
            <a:ext cx="73152" cy="1463040"/>
          </a:xfrm>
          <a:prstGeom prst="rect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30352" y="3200400"/>
            <a:ext cx="777240" cy="777240"/>
          </a:xfrm>
          <a:prstGeom prst="ellipse">
            <a:avLst/>
          </a:prstGeom>
          <a:solidFill>
            <a:srgbClr val="D6E8F5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30352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8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Praferenzen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Personliches Profil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 Empfehlungen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0632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3200400" y="3063240"/>
            <a:ext cx="73152" cy="1463040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3364992" y="3200400"/>
            <a:ext cx="777240" cy="777240"/>
          </a:xfrm>
          <a:prstGeom prst="ellipse">
            <a:avLst/>
          </a:prstGeom>
          <a:solidFill>
            <a:srgbClr val="E2E0F3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3364992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6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0624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Reflexions-Log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0624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Qualitatssicherung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Highlights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30632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6035040" y="3063240"/>
            <a:ext cx="73152" cy="1463040"/>
          </a:xfrm>
          <a:prstGeom prst="rect">
            <a:avLst/>
          </a:prstGeom>
          <a:solidFill>
            <a:srgbClr val="C8607A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6199632" y="3200400"/>
            <a:ext cx="777240" cy="777240"/>
          </a:xfrm>
          <a:prstGeom prst="ellipse">
            <a:avLst/>
          </a:prstGeom>
          <a:solidFill>
            <a:srgbClr val="F9E0E6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6199632" y="3200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6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40880" y="35661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Balance-Check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Lebensbereiche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740F4-C319-242F-ED63-CC521CC3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C61177-04E4-5E71-5480-0CAF0A75A11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87C791-C81F-BAA7-38D0-32474B160B61}"/>
              </a:ext>
            </a:extLst>
          </p:cNvPr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solidFill>
            <a:srgbClr val="F0EEE9"/>
          </a:solidFill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3C5AF2-9094-75A9-A7A3-FC9C78EF9CD7}"/>
              </a:ext>
            </a:extLst>
          </p:cNvPr>
          <p:cNvSpPr/>
          <p:nvPr/>
        </p:nvSpPr>
        <p:spPr>
          <a:xfrm>
            <a:off x="365760" y="274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8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5232EA-DC10-E5EE-1E46-3575F719FDDC}"/>
              </a:ext>
            </a:extLst>
          </p:cNvPr>
          <p:cNvSpPr/>
          <p:nvPr/>
        </p:nvSpPr>
        <p:spPr>
          <a:xfrm>
            <a:off x="365760" y="594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App</a:t>
            </a:r>
            <a:endParaRPr lang="en-US" sz="3400" dirty="0"/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420A96CC-DFCA-00DF-E501-BEE35DF0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59" y="1388533"/>
            <a:ext cx="1552238" cy="3325639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EA123012-6006-76F7-A3EE-4D6416B96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347" y="1388535"/>
            <a:ext cx="1552236" cy="3325637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22ADCEB-8402-FD5E-B1B7-6DAEC106B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712" y="1388536"/>
            <a:ext cx="1552236" cy="3325635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AB53534-A7DF-AD15-257E-A9AEE1979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076" y="1388531"/>
            <a:ext cx="1552235" cy="332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0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Entwicklungs-Roadmap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0DD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D8B66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73152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1124712"/>
            <a:ext cx="2743200" cy="822960"/>
          </a:xfrm>
          <a:prstGeom prst="rect">
            <a:avLst/>
          </a:prstGeom>
          <a:solidFill>
            <a:srgbClr val="D6EDE2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75488" y="11430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– MVP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1572768"/>
            <a:ext cx="822960" cy="274320"/>
          </a:xfrm>
          <a:prstGeom prst="rect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194560"/>
            <a:ext cx="164592" cy="164592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13232" y="21031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Core-App: Highlights, Timeline, Kategorien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2788920"/>
            <a:ext cx="164592" cy="164592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13232" y="26974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Karma-Index Berechnung &amp; Visualisierung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383280"/>
            <a:ext cx="164592" cy="164592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13232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Erinnerungssystem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" y="3977640"/>
            <a:ext cx="164592" cy="164592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13232" y="3886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Launch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1051560"/>
            <a:ext cx="274320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8840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3291840" y="1051560"/>
            <a:ext cx="2743200" cy="73152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291840" y="1124712"/>
            <a:ext cx="2743200" cy="822960"/>
          </a:xfrm>
          <a:prstGeom prst="rect">
            <a:avLst/>
          </a:prstGeom>
          <a:solidFill>
            <a:srgbClr val="FFECD6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401568" y="11430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– Erweiterung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01568" y="1572768"/>
            <a:ext cx="822960" cy="274320"/>
          </a:xfrm>
          <a:prstGeom prst="rect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401568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Q3/Q4 2026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01568" y="2194560"/>
            <a:ext cx="164592" cy="164592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639312" y="21031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Präferenz-Profile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01568" y="2788920"/>
            <a:ext cx="164592" cy="164592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3639312" y="26974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Highlight-Empfehlungen (Saison, Vorlieben)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01568" y="3383280"/>
            <a:ext cx="164592" cy="164592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639312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Soziale Features: Highlights teilen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01568" y="3977640"/>
            <a:ext cx="164592" cy="164592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639312" y="3886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Reflexions-Journal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1051560"/>
            <a:ext cx="2743200" cy="36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068B8"/>
            </a:solidFill>
            <a:prstDash val="solid"/>
          </a:ln>
          <a:effectLst>
            <a:outerShdw blurRad="1524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217920" y="1051560"/>
            <a:ext cx="2743200" cy="73152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6217920" y="1124712"/>
            <a:ext cx="2743200" cy="822960"/>
          </a:xfrm>
          <a:prstGeom prst="rect">
            <a:avLst/>
          </a:prstGeom>
          <a:solidFill>
            <a:srgbClr val="E2E0F3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327648" y="114300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– Skalierung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27648" y="1572768"/>
            <a:ext cx="822960" cy="274320"/>
          </a:xfrm>
          <a:prstGeom prst="rect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6327648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27648" y="2194560"/>
            <a:ext cx="164592" cy="164592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6565392" y="21031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Empfehlungen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27648" y="2788920"/>
            <a:ext cx="164592" cy="164592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6565392" y="26974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Kalender-Integration (Google, Apple)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27648" y="3383280"/>
            <a:ext cx="164592" cy="164592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6565392" y="3291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Premium-Tier mit erweiterter Analytik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27648" y="3977640"/>
            <a:ext cx="164592" cy="164592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6565392" y="388620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4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B2B-Offering: Employee Wellbeing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VORFREUDE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1F4D38">
              <a:alpha val="35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FFDD7A">
              <a:alpha val="10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-914400" y="3657600"/>
            <a:ext cx="10972800" cy="2743200"/>
          </a:xfrm>
          <a:prstGeom prst="ellipse">
            <a:avLst/>
          </a:prstGeom>
          <a:solidFill>
            <a:srgbClr val="2E6B4E">
              <a:alpha val="50000"/>
            </a:srgbClr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371600" y="731520"/>
            <a:ext cx="548640" cy="548640"/>
          </a:xfrm>
          <a:prstGeom prst="ellipse">
            <a:avLst/>
          </a:prstGeom>
          <a:solidFill>
            <a:srgbClr val="FFDD7A"/>
          </a:solidFill>
          <a:ln w="12700">
            <a:solidFill>
              <a:srgbClr val="1A2E22"/>
            </a:solidFill>
            <a:prstDash val="solid"/>
          </a:ln>
          <a:effectLst>
            <a:outerShdw blurRad="228600" dist="50800" dir="16200000" algn="bl" rotWithShape="0">
              <a:srgbClr val="FFDD7A">
                <a:alpha val="5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463040" y="822960"/>
            <a:ext cx="365760" cy="365760"/>
          </a:xfrm>
          <a:prstGeom prst="ellipse">
            <a:avLst/>
          </a:prstGeom>
          <a:solidFill>
            <a:srgbClr val="E0B840"/>
          </a:solidFill>
          <a:ln w="12700">
            <a:solidFill>
              <a:srgbClr val="1A2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F0EE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„Gestalte deine Zukunft.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i="1" dirty="0">
                <a:solidFill>
                  <a:srgbClr val="F0EE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Lebe deine Vorfreude.“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400" b="1" kern="0" spc="300" dirty="0">
                <a:solidFill>
                  <a:srgbClr val="F0EE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06240" y="2926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300" dirty="0">
                <a:solidFill>
                  <a:srgbClr val="7AC4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FREUDE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2860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8D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Konzept der Zukünftigen Highlights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251960"/>
            <a:ext cx="201168" cy="201168"/>
          </a:xfrm>
          <a:prstGeom prst="ellipse">
            <a:avLst/>
          </a:prstGeom>
          <a:solidFill>
            <a:srgbClr val="3D8B66"/>
          </a:solidFill>
          <a:ln w="12700">
            <a:solidFill>
              <a:srgbClr val="3D8B6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611880" y="4251960"/>
            <a:ext cx="201168" cy="201168"/>
          </a:xfrm>
          <a:prstGeom prst="ellipse">
            <a:avLst/>
          </a:prstGeom>
          <a:solidFill>
            <a:srgbClr val="E08840"/>
          </a:solidFill>
          <a:ln w="12700">
            <a:solidFill>
              <a:srgbClr val="E08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023360" y="4251960"/>
            <a:ext cx="201168" cy="201168"/>
          </a:xfrm>
          <a:prstGeom prst="ellipse">
            <a:avLst/>
          </a:prstGeom>
          <a:solidFill>
            <a:srgbClr val="4080B8"/>
          </a:solidFill>
          <a:ln w="12700">
            <a:solidFill>
              <a:srgbClr val="4080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434840" y="4251960"/>
            <a:ext cx="201168" cy="201168"/>
          </a:xfrm>
          <a:prstGeom prst="ellipse">
            <a:avLst/>
          </a:prstGeom>
          <a:solidFill>
            <a:srgbClr val="E0B840"/>
          </a:solidFill>
          <a:ln w="12700">
            <a:solidFill>
              <a:srgbClr val="E0B84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4846320" y="4251960"/>
            <a:ext cx="201168" cy="201168"/>
          </a:xfrm>
          <a:prstGeom prst="ellipse">
            <a:avLst/>
          </a:prstGeom>
          <a:solidFill>
            <a:srgbClr val="7068B8"/>
          </a:solidFill>
          <a:ln w="12700">
            <a:solidFill>
              <a:srgbClr val="7068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257800" y="4251960"/>
            <a:ext cx="201168" cy="201168"/>
          </a:xfrm>
          <a:prstGeom prst="ellipse">
            <a:avLst/>
          </a:prstGeom>
          <a:solidFill>
            <a:srgbClr val="C8607A"/>
          </a:solidFill>
          <a:ln w="12700">
            <a:solidFill>
              <a:srgbClr val="C8607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669280" y="4251960"/>
            <a:ext cx="201168" cy="201168"/>
          </a:xfrm>
          <a:prstGeom prst="ellipse">
            <a:avLst/>
          </a:prstGeom>
          <a:solidFill>
            <a:srgbClr val="7AC4A0"/>
          </a:solidFill>
          <a:ln w="12700">
            <a:solidFill>
              <a:srgbClr val="7AC4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März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Macintosh PowerPoint</Application>
  <PresentationFormat>Bildschirmpräsentation (16:9)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VORFREUDE – Zukünftige Highlights</dc:title>
  <dc:subject>PptxGenJS Presentation</dc:subject>
  <dc:creator>VORFREUDE</dc:creator>
  <cp:lastModifiedBy>Ulrich Gerkmann-Bartels</cp:lastModifiedBy>
  <cp:revision>2</cp:revision>
  <dcterms:created xsi:type="dcterms:W3CDTF">2026-03-20T21:15:14Z</dcterms:created>
  <dcterms:modified xsi:type="dcterms:W3CDTF">2026-04-20T12:02:38Z</dcterms:modified>
</cp:coreProperties>
</file>